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53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10F44C-DD27-4FF4-9497-7EAB6B0A3080}" v="1" dt="2026-08-14T09:18:36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 Yadav" userId="4b6dc720-da12-4d2a-b6cc-27c97f041c83" providerId="ADAL" clId="{E1C3F742-C313-42EB-AAD1-8A9DFAA35B65}"/>
    <pc:docChg chg="undo custSel addSld delSld modSld">
      <pc:chgData name="Rohit  Yadav" userId="4b6dc720-da12-4d2a-b6cc-27c97f041c83" providerId="ADAL" clId="{E1C3F742-C313-42EB-AAD1-8A9DFAA35B65}" dt="2026-08-14T09:18:36.836" v="671" actId="14826"/>
      <pc:docMkLst>
        <pc:docMk/>
      </pc:docMkLst>
      <pc:sldChg chg="modSp del mod">
        <pc:chgData name="Rohit  Yadav" userId="4b6dc720-da12-4d2a-b6cc-27c97f041c83" providerId="ADAL" clId="{E1C3F742-C313-42EB-AAD1-8A9DFAA35B65}" dt="2026-08-14T08:58:02.240" v="653" actId="47"/>
        <pc:sldMkLst>
          <pc:docMk/>
          <pc:sldMk cId="1361612213" sldId="1534"/>
        </pc:sldMkLst>
        <pc:spChg chg="mod">
          <ac:chgData name="Rohit  Yadav" userId="4b6dc720-da12-4d2a-b6cc-27c97f041c83" providerId="ADAL" clId="{E1C3F742-C313-42EB-AAD1-8A9DFAA35B65}" dt="2026-08-14T08:57:11.634" v="561" actId="20577"/>
          <ac:spMkLst>
            <pc:docMk/>
            <pc:sldMk cId="1361612213" sldId="1534"/>
            <ac:spMk id="12" creationId="{C328E093-B33F-DAB1-C5F1-5F535B5AAF47}"/>
          </ac:spMkLst>
        </pc:spChg>
      </pc:sldChg>
      <pc:sldChg chg="modSp add del mod modNotesTx">
        <pc:chgData name="Rohit  Yadav" userId="4b6dc720-da12-4d2a-b6cc-27c97f041c83" providerId="ADAL" clId="{E1C3F742-C313-42EB-AAD1-8A9DFAA35B65}" dt="2026-08-14T09:18:36.836" v="671" actId="14826"/>
        <pc:sldMkLst>
          <pc:docMk/>
          <pc:sldMk cId="2600054442" sldId="1535"/>
        </pc:sldMkLst>
        <pc:spChg chg="mod">
          <ac:chgData name="Rohit  Yadav" userId="4b6dc720-da12-4d2a-b6cc-27c97f041c83" providerId="ADAL" clId="{E1C3F742-C313-42EB-AAD1-8A9DFAA35B65}" dt="2026-08-14T09:17:59.564" v="659" actId="20577"/>
          <ac:spMkLst>
            <pc:docMk/>
            <pc:sldMk cId="2600054442" sldId="1535"/>
            <ac:spMk id="13" creationId="{E3B08B56-2073-54F8-0F51-71E634F3D54A}"/>
          </ac:spMkLst>
        </pc:spChg>
        <pc:spChg chg="mod">
          <ac:chgData name="Rohit  Yadav" userId="4b6dc720-da12-4d2a-b6cc-27c97f041c83" providerId="ADAL" clId="{E1C3F742-C313-42EB-AAD1-8A9DFAA35B65}" dt="2026-08-14T09:18:05.124" v="665" actId="20577"/>
          <ac:spMkLst>
            <pc:docMk/>
            <pc:sldMk cId="2600054442" sldId="1535"/>
            <ac:spMk id="26" creationId="{34032ECE-61D9-097C-D961-527A6E69562B}"/>
          </ac:spMkLst>
        </pc:spChg>
        <pc:spChg chg="mod">
          <ac:chgData name="Rohit  Yadav" userId="4b6dc720-da12-4d2a-b6cc-27c97f041c83" providerId="ADAL" clId="{E1C3F742-C313-42EB-AAD1-8A9DFAA35B65}" dt="2026-08-14T09:18:08.163" v="670" actId="20577"/>
          <ac:spMkLst>
            <pc:docMk/>
            <pc:sldMk cId="2600054442" sldId="1535"/>
            <ac:spMk id="28" creationId="{AB77305B-0F17-9FFD-3970-992501E93ACA}"/>
          </ac:spMkLst>
        </pc:spChg>
        <pc:graphicFrameChg chg="mod modGraphic">
          <ac:chgData name="Rohit  Yadav" userId="4b6dc720-da12-4d2a-b6cc-27c97f041c83" providerId="ADAL" clId="{E1C3F742-C313-42EB-AAD1-8A9DFAA35B65}" dt="2026-08-14T08:57:45.059" v="651" actId="20577"/>
          <ac:graphicFrameMkLst>
            <pc:docMk/>
            <pc:sldMk cId="2600054442" sldId="1535"/>
            <ac:graphicFrameMk id="24" creationId="{48F212C2-F345-76CA-4213-FB2383D3135C}"/>
          </ac:graphicFrameMkLst>
        </pc:graphicFrameChg>
        <pc:picChg chg="mod">
          <ac:chgData name="Rohit  Yadav" userId="4b6dc720-da12-4d2a-b6cc-27c97f041c83" providerId="ADAL" clId="{E1C3F742-C313-42EB-AAD1-8A9DFAA35B65}" dt="2026-08-14T09:18:36.836" v="671" actId="14826"/>
          <ac:picMkLst>
            <pc:docMk/>
            <pc:sldMk cId="2600054442" sldId="1535"/>
            <ac:picMk id="5" creationId="{E5F9F23D-4F20-5780-E80B-8A28B852F15B}"/>
          </ac:picMkLst>
        </pc:picChg>
      </pc:sldChg>
      <pc:sldChg chg="del">
        <pc:chgData name="Rohit  Yadav" userId="4b6dc720-da12-4d2a-b6cc-27c97f041c83" providerId="ADAL" clId="{E1C3F742-C313-42EB-AAD1-8A9DFAA35B65}" dt="2026-08-14T08:57:59.100" v="652" actId="47"/>
        <pc:sldMkLst>
          <pc:docMk/>
          <pc:sldMk cId="900455807" sldId="1536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3069102705" sldId="1537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4257895497" sldId="1538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1645274196" sldId="1539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3942778732" sldId="1540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1216286250" sldId="1541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3506228354" sldId="1542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1143589530" sldId="1543"/>
        </pc:sldMkLst>
      </pc:sldChg>
      <pc:sldChg chg="modSp add del mod">
        <pc:chgData name="Rohit  Yadav" userId="4b6dc720-da12-4d2a-b6cc-27c97f041c83" providerId="ADAL" clId="{E1C3F742-C313-42EB-AAD1-8A9DFAA35B65}" dt="2026-08-14T08:57:59.100" v="652" actId="47"/>
        <pc:sldMkLst>
          <pc:docMk/>
          <pc:sldMk cId="3491720388" sldId="1544"/>
        </pc:sldMkLst>
      </pc:sldChg>
      <pc:sldChg chg="addSp delSp modSp add del mod modNotesTx">
        <pc:chgData name="Rohit  Yadav" userId="4b6dc720-da12-4d2a-b6cc-27c97f041c83" providerId="ADAL" clId="{E1C3F742-C313-42EB-AAD1-8A9DFAA35B65}" dt="2026-08-14T08:57:59.100" v="652" actId="47"/>
        <pc:sldMkLst>
          <pc:docMk/>
          <pc:sldMk cId="1477180899" sldId="1545"/>
        </pc:sldMkLst>
      </pc:sldChg>
      <pc:sldChg chg="modSp add del mod modNotesTx">
        <pc:chgData name="Rohit  Yadav" userId="4b6dc720-da12-4d2a-b6cc-27c97f041c83" providerId="ADAL" clId="{E1C3F742-C313-42EB-AAD1-8A9DFAA35B65}" dt="2026-08-14T08:57:59.100" v="652" actId="47"/>
        <pc:sldMkLst>
          <pc:docMk/>
          <pc:sldMk cId="3469005253" sldId="1546"/>
        </pc:sldMkLst>
      </pc:sldChg>
      <pc:sldChg chg="modSp add del mod">
        <pc:chgData name="Rohit  Yadav" userId="4b6dc720-da12-4d2a-b6cc-27c97f041c83" providerId="ADAL" clId="{E1C3F742-C313-42EB-AAD1-8A9DFAA35B65}" dt="2026-08-14T08:57:59.100" v="652" actId="47"/>
        <pc:sldMkLst>
          <pc:docMk/>
          <pc:sldMk cId="1500017782" sldId="1547"/>
        </pc:sldMkLst>
      </pc:sldChg>
      <pc:sldChg chg="addSp delSp modSp add del mod modNotesTx">
        <pc:chgData name="Rohit  Yadav" userId="4b6dc720-da12-4d2a-b6cc-27c97f041c83" providerId="ADAL" clId="{E1C3F742-C313-42EB-AAD1-8A9DFAA35B65}" dt="2026-08-14T08:57:59.100" v="652" actId="47"/>
        <pc:sldMkLst>
          <pc:docMk/>
          <pc:sldMk cId="2713586447" sldId="1548"/>
        </pc:sldMkLst>
      </pc:sldChg>
      <pc:sldChg chg="modSp add del mod modNotesTx">
        <pc:chgData name="Rohit  Yadav" userId="4b6dc720-da12-4d2a-b6cc-27c97f041c83" providerId="ADAL" clId="{E1C3F742-C313-42EB-AAD1-8A9DFAA35B65}" dt="2026-08-14T08:57:59.100" v="652" actId="47"/>
        <pc:sldMkLst>
          <pc:docMk/>
          <pc:sldMk cId="1535045407" sldId="1549"/>
        </pc:sldMkLst>
      </pc:sldChg>
      <pc:sldChg chg="addSp delSp modSp add del mod modNotesTx">
        <pc:chgData name="Rohit  Yadav" userId="4b6dc720-da12-4d2a-b6cc-27c97f041c83" providerId="ADAL" clId="{E1C3F742-C313-42EB-AAD1-8A9DFAA35B65}" dt="2026-08-14T08:57:59.100" v="652" actId="47"/>
        <pc:sldMkLst>
          <pc:docMk/>
          <pc:sldMk cId="529470472" sldId="1550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2020243153" sldId="1551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3815238545" sldId="1552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4166028696" sldId="1553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1699868778" sldId="1554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2630402940" sldId="1555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2858029785" sldId="1556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112003620" sldId="1557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4192697940" sldId="1558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1155284790" sldId="1559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1046771924" sldId="1560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867402553" sldId="1561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4239837040" sldId="1562"/>
        </pc:sldMkLst>
      </pc:sldChg>
      <pc:sldChg chg="add del">
        <pc:chgData name="Rohit  Yadav" userId="4b6dc720-da12-4d2a-b6cc-27c97f041c83" providerId="ADAL" clId="{E1C3F742-C313-42EB-AAD1-8A9DFAA35B65}" dt="2026-08-14T08:57:59.100" v="652" actId="47"/>
        <pc:sldMkLst>
          <pc:docMk/>
          <pc:sldMk cId="761714522" sldId="1563"/>
        </pc:sldMkLst>
      </pc:sldChg>
      <pc:sldChg chg="modSp add del mod">
        <pc:chgData name="Rohit  Yadav" userId="4b6dc720-da12-4d2a-b6cc-27c97f041c83" providerId="ADAL" clId="{E1C3F742-C313-42EB-AAD1-8A9DFAA35B65}" dt="2026-08-14T08:57:59.100" v="652" actId="47"/>
        <pc:sldMkLst>
          <pc:docMk/>
          <pc:sldMk cId="410114435" sldId="1564"/>
        </pc:sldMkLst>
      </pc:sldChg>
      <pc:sldChg chg="addSp delSp modSp add del mod modNotesTx">
        <pc:chgData name="Rohit  Yadav" userId="4b6dc720-da12-4d2a-b6cc-27c97f041c83" providerId="ADAL" clId="{E1C3F742-C313-42EB-AAD1-8A9DFAA35B65}" dt="2026-08-14T08:57:59.100" v="652" actId="47"/>
        <pc:sldMkLst>
          <pc:docMk/>
          <pc:sldMk cId="3377704245" sldId="1565"/>
        </pc:sldMkLst>
      </pc:sldChg>
      <pc:sldChg chg="modSp add del mod modNotesTx">
        <pc:chgData name="Rohit  Yadav" userId="4b6dc720-da12-4d2a-b6cc-27c97f041c83" providerId="ADAL" clId="{E1C3F742-C313-42EB-AAD1-8A9DFAA35B65}" dt="2026-08-14T08:57:59.100" v="652" actId="47"/>
        <pc:sldMkLst>
          <pc:docMk/>
          <pc:sldMk cId="3272043253" sldId="1566"/>
        </pc:sldMkLst>
      </pc:sldChg>
      <pc:sldMasterChg chg="addSldLayout delSldLayout">
        <pc:chgData name="Rohit  Yadav" userId="4b6dc720-da12-4d2a-b6cc-27c97f041c83" providerId="ADAL" clId="{E1C3F742-C313-42EB-AAD1-8A9DFAA35B65}" dt="2026-08-14T08:58:03.566" v="655" actId="47"/>
        <pc:sldMasterMkLst>
          <pc:docMk/>
          <pc:sldMasterMk cId="4131331546" sldId="2147483648"/>
        </pc:sldMasterMkLst>
        <pc:sldLayoutChg chg="add del">
          <pc:chgData name="Rohit  Yadav" userId="4b6dc720-da12-4d2a-b6cc-27c97f041c83" providerId="ADAL" clId="{E1C3F742-C313-42EB-AAD1-8A9DFAA35B65}" dt="2026-08-14T08:58:03.566" v="655" actId="47"/>
          <pc:sldLayoutMkLst>
            <pc:docMk/>
            <pc:sldMasterMk cId="4131331546" sldId="2147483648"/>
            <pc:sldLayoutMk cId="4154589147" sldId="2147483660"/>
          </pc:sldLayoutMkLst>
        </pc:sldLayoutChg>
      </pc:sldMasterChg>
    </pc:docChg>
  </pc:docChgLst>
  <pc:docChgLst>
    <pc:chgData name="Kritika  Agarwal" userId="af29a77a-4045-4692-82e9-ac3667d544ec" providerId="ADAL" clId="{0D693AE5-FD6D-4EFB-8F27-57D21B5B4E99}"/>
    <pc:docChg chg="modSld">
      <pc:chgData name="Kritika  Agarwal" userId="af29a77a-4045-4692-82e9-ac3667d544ec" providerId="ADAL" clId="{0D693AE5-FD6D-4EFB-8F27-57D21B5B4E99}" dt="2026-08-03T05:55:26.765" v="0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2872B-DAFB-4768-B366-543D7818F5D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38E99-10B2-4F18-A10C-50A4261F6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85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C9B50-2A5A-E152-FFD7-E52F8EDF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CCF7E-99CA-C459-6AF2-00C050843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2793C-1670-689E-231C-776F90BD9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>
                <a:effectLst/>
              </a:rPr>
              <a:t>https://www.linkedin.com/posts/sedef-salingan-sahin-ba5a93_today-we-reported-first-quarter-2026-financial-activity-7454997632667774976-uikn?utm_source=share&amp;utm_medium=member_desktop&amp;rcm=ACoAABRe50wB8QDysW5my3h3VGHTfMmWI_QuXmo</a:t>
            </a:r>
            <a:br>
              <a:rPr lang="en-IN">
                <a:effectLst/>
              </a:rPr>
            </a:br>
            <a:r>
              <a:rPr lang="en-IN">
                <a:effectLst/>
              </a:rPr>
              <a:t>https://www.linkedin.com/posts/mickael-vinet-253a51141_fifaworldcup-cocacola-marketing-ugcPost-7485317797007515648-jR5d?utm_source=share&amp;utm_medium=member_desktop&amp;rcm=ACoAABRe50wB8QDysW5my3h3VGHTfMmWI_QuXmo</a:t>
            </a:r>
            <a:br>
              <a:rPr lang="en-IN">
                <a:effectLst/>
              </a:rPr>
            </a:br>
            <a:r>
              <a:rPr lang="en-IN">
                <a:effectLst/>
              </a:rPr>
              <a:t>https://www.linkedin.com/posts/maeen-zafar-3779a351_forty-days-into-my-new-role-pakistan-had-ugcPost-7482687393104523264-7ppv?utm_source=share&amp;utm_medium=member_desktop&amp;rcm=ACoAABRe50wB8QDysW5my3h3VGHTfMmWI_QuXmo</a:t>
            </a:r>
            <a:br>
              <a:rPr lang="en-IN">
                <a:effectLst/>
              </a:rPr>
            </a:br>
            <a:endParaRPr lang="en-IN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27A4-3BB6-7B34-3021-4E69CA9D4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66C2E7-351D-406E-A697-9EDE4AB4B2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9334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629E-C3CF-105D-2BC9-9D5E5FD1D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5BCDA-4DF7-ACBA-B91C-D8AEB1601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2EAD2-F956-0CCB-1AD6-639C2633B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98D8-8722-449A-9BC2-238D3D744FDB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3EC56-32C7-7C2A-DE9C-B2F91E0FC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39EC1-16F5-3633-F70A-7308178B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6432-B0A7-41F0-9A43-6BCE50911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977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9663D-2608-A542-47D0-68F82880C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2AEEA-E02A-5250-008E-AFE2813B4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EF3B9-AE82-E8AC-0F91-D2EB3F50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98D8-8722-449A-9BC2-238D3D744FDB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02F03-5CE6-32E5-AA78-E7AC849E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8583D-0B72-A547-9350-5805E66CE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6432-B0A7-41F0-9A43-6BCE50911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685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C9D0-7D7C-3753-6132-9F24881A4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A11E9-D74C-EA2A-F946-A5FF29161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232E4-5191-ECDD-A41D-46C458ACE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98D8-8722-449A-9BC2-238D3D744FDB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F82BB-4B8C-F15D-D4E4-9B563E85A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F6913-2337-F3FB-C3E4-D6E059B6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6432-B0A7-41F0-9A43-6BCE50911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61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D0AFE-9AC4-BA11-30AD-83C8D5051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1336B-758B-3462-A204-8B7422B4D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58B89-7176-25D5-4D6A-AB732526A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13F00-93FD-AB6E-DE5D-6D5E1998C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98D8-8722-449A-9BC2-238D3D744FDB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8C352-4870-002F-1D3A-AF507CFE5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9E65A-051D-04BC-8AE0-F6CE2712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6432-B0A7-41F0-9A43-6BCE50911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88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44CF-1932-83A2-B43B-D475012A6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0DEE7-8CE2-EFEA-D4B2-D11D41BC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9F067-80C2-804B-733F-B9E8D2950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5158F3-7704-7C7F-6FCE-AC5D68DB9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1DF5D0-DC8C-7B14-D15C-602649B8C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3938D-D98B-D69D-E187-DE40B82B7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98D8-8722-449A-9BC2-238D3D744FDB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5B2903-8770-DD65-A759-40BD49E8C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208DD-81BA-641B-4873-1F6E6807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6432-B0A7-41F0-9A43-6BCE50911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804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E9B7-B5F2-2791-5B3A-E80D672A0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3803DA-1972-6F9C-072B-7529AC67B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98D8-8722-449A-9BC2-238D3D744FDB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A0072-388F-DC42-44E7-BC4E322D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B5D8A-86B9-8382-A5D6-92E6EAAE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6432-B0A7-41F0-9A43-6BCE50911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99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3084D-9B43-49FF-C5F9-F1DECB3EC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98D8-8722-449A-9BC2-238D3D744FDB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92892-A2CB-1160-E816-1216948C4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B6D1C-C4C5-1171-A090-DA83A997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6432-B0A7-41F0-9A43-6BCE50911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41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DAB75-6753-728C-1031-E4FD93081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BF1BA-5879-70BD-9751-F7AA72CF3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336DD-974D-E1E7-5372-DAB1A8E26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8EE3D-651E-C9AE-E501-60F7AC0C4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98D8-8722-449A-9BC2-238D3D744FDB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25369-0760-1856-2D6B-CDF064D82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9E38B-7E88-586B-22B8-C94B54CB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6432-B0A7-41F0-9A43-6BCE50911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87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46899-5A31-B1B8-3E10-3FE9BB12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DF32C0-7090-CAAE-A978-99C87FB68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BAD2D-E97B-7602-A8A0-8B1C7CAD8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F404F-8770-6BD3-1A5A-BDF9BAE9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98D8-8722-449A-9BC2-238D3D744FDB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0D9AB-E6EB-B5F0-81C2-9D19F993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8461F-B36C-F177-311A-43BB9CF6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6432-B0A7-41F0-9A43-6BCE50911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13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E6EB2-40C4-F0F8-FEB4-D7FBBF7D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F802D-FB91-DAED-81BE-B6101006A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55AA7-8A2A-5E93-1239-DAD61C8EE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98D8-8722-449A-9BC2-238D3D744FDB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0F95A-18FF-4286-A07B-F1A8DE38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4405E-19FF-6EE2-332F-5651743B9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6432-B0A7-41F0-9A43-6BCE50911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03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DF6983-84EF-C9CB-EE89-D87521D73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3B7D2-056C-0F48-0ADC-24E678AC5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8ED04-59C6-6829-04AF-726DA8B6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98D8-8722-449A-9BC2-238D3D744FDB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2FC3A-4E56-BC68-AFCA-0448B337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7AC6B-3BD5-A613-11F3-EBD78557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6432-B0A7-41F0-9A43-6BCE50911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894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idx="1"/>
          </p:nvPr>
        </p:nvSpPr>
        <p:spPr>
          <a:xfrm>
            <a:off x="470263" y="1196404"/>
            <a:ext cx="11526433" cy="54864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/>
          </p:nvPr>
        </p:nvSpPr>
        <p:spPr>
          <a:xfrm>
            <a:off x="564773" y="3429505"/>
            <a:ext cx="5432614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72200" y="3429505"/>
            <a:ext cx="5526741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F7EF88-1B95-49A5-95B3-E180C458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773" y="231740"/>
            <a:ext cx="10515600" cy="528281"/>
          </a:xfrm>
        </p:spPr>
        <p:txBody>
          <a:bodyPr anchor="b" anchorCtr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927FC9-50E3-0B4E-552A-2DC0CD565A34}"/>
              </a:ext>
            </a:extLst>
          </p:cNvPr>
          <p:cNvSpPr/>
          <p:nvPr userDrawn="1"/>
        </p:nvSpPr>
        <p:spPr bwMode="gray">
          <a:xfrm>
            <a:off x="11816225" y="6656452"/>
            <a:ext cx="369475" cy="18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21909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746033-9F45-4508-8446-72AA2BBAAD2A}" type="slidenum">
              <a:rPr kumimoji="0" lang="en-US" altLang="ja-JP" sz="1066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jitsu Sans" panose="020B0404060202020204" pitchFamily="34" charset="0"/>
                <a:ea typeface="ＭＳ Ｐゴシック" charset="-128"/>
                <a:cs typeface="+mn-cs"/>
              </a:rPr>
              <a:pPr marL="0" marR="0" lvl="0" indent="0" algn="ctr" defTabSz="121909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ja-JP" sz="1066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jitsu Sans" panose="020B040406020202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4" name="Parallelogram 9">
            <a:extLst>
              <a:ext uri="{FF2B5EF4-FFF2-40B4-BE49-F238E27FC236}">
                <a16:creationId xmlns:a16="http://schemas.microsoft.com/office/drawing/2014/main" id="{3D45C256-BB42-2881-997F-123D2D9FE4D3}"/>
              </a:ext>
            </a:extLst>
          </p:cNvPr>
          <p:cNvSpPr/>
          <p:nvPr userDrawn="1"/>
        </p:nvSpPr>
        <p:spPr>
          <a:xfrm>
            <a:off x="1574" y="88638"/>
            <a:ext cx="4619624" cy="685800"/>
          </a:xfrm>
          <a:custGeom>
            <a:avLst/>
            <a:gdLst>
              <a:gd name="connsiteX0" fmla="*/ 0 w 3992638"/>
              <a:gd name="connsiteY0" fmla="*/ 685800 h 685800"/>
              <a:gd name="connsiteX1" fmla="*/ 0 w 3992638"/>
              <a:gd name="connsiteY1" fmla="*/ 0 h 685800"/>
              <a:gd name="connsiteX2" fmla="*/ 3992638 w 3992638"/>
              <a:gd name="connsiteY2" fmla="*/ 0 h 685800"/>
              <a:gd name="connsiteX3" fmla="*/ 3992638 w 3992638"/>
              <a:gd name="connsiteY3" fmla="*/ 685800 h 685800"/>
              <a:gd name="connsiteX4" fmla="*/ 0 w 3992638"/>
              <a:gd name="connsiteY4" fmla="*/ 685800 h 685800"/>
              <a:gd name="connsiteX0" fmla="*/ 0 w 3992638"/>
              <a:gd name="connsiteY0" fmla="*/ 685800 h 685800"/>
              <a:gd name="connsiteX1" fmla="*/ 0 w 3992638"/>
              <a:gd name="connsiteY1" fmla="*/ 0 h 685800"/>
              <a:gd name="connsiteX2" fmla="*/ 3992638 w 3992638"/>
              <a:gd name="connsiteY2" fmla="*/ 0 h 685800"/>
              <a:gd name="connsiteX3" fmla="*/ 3344938 w 3992638"/>
              <a:gd name="connsiteY3" fmla="*/ 673100 h 685800"/>
              <a:gd name="connsiteX4" fmla="*/ 0 w 3992638"/>
              <a:gd name="connsiteY4" fmla="*/ 685800 h 685800"/>
              <a:gd name="connsiteX0" fmla="*/ 0 w 3765471"/>
              <a:gd name="connsiteY0" fmla="*/ 685800 h 685800"/>
              <a:gd name="connsiteX1" fmla="*/ 0 w 3765471"/>
              <a:gd name="connsiteY1" fmla="*/ 0 h 685800"/>
              <a:gd name="connsiteX2" fmla="*/ 3765471 w 3765471"/>
              <a:gd name="connsiteY2" fmla="*/ 0 h 685800"/>
              <a:gd name="connsiteX3" fmla="*/ 3344938 w 3765471"/>
              <a:gd name="connsiteY3" fmla="*/ 673100 h 685800"/>
              <a:gd name="connsiteX4" fmla="*/ 0 w 3765471"/>
              <a:gd name="connsiteY4" fmla="*/ 685800 h 685800"/>
              <a:gd name="connsiteX0" fmla="*/ 0 w 3765471"/>
              <a:gd name="connsiteY0" fmla="*/ 685800 h 685800"/>
              <a:gd name="connsiteX1" fmla="*/ 251354 w 3765471"/>
              <a:gd name="connsiteY1" fmla="*/ 0 h 685800"/>
              <a:gd name="connsiteX2" fmla="*/ 3765471 w 3765471"/>
              <a:gd name="connsiteY2" fmla="*/ 0 h 685800"/>
              <a:gd name="connsiteX3" fmla="*/ 3344938 w 3765471"/>
              <a:gd name="connsiteY3" fmla="*/ 673100 h 685800"/>
              <a:gd name="connsiteX4" fmla="*/ 0 w 3765471"/>
              <a:gd name="connsiteY4" fmla="*/ 685800 h 685800"/>
              <a:gd name="connsiteX0" fmla="*/ 4833 w 3514117"/>
              <a:gd name="connsiteY0" fmla="*/ 685800 h 685800"/>
              <a:gd name="connsiteX1" fmla="*/ 0 w 3514117"/>
              <a:gd name="connsiteY1" fmla="*/ 0 h 685800"/>
              <a:gd name="connsiteX2" fmla="*/ 3514117 w 3514117"/>
              <a:gd name="connsiteY2" fmla="*/ 0 h 685800"/>
              <a:gd name="connsiteX3" fmla="*/ 3093584 w 3514117"/>
              <a:gd name="connsiteY3" fmla="*/ 673100 h 685800"/>
              <a:gd name="connsiteX4" fmla="*/ 4833 w 3514117"/>
              <a:gd name="connsiteY4" fmla="*/ 685800 h 685800"/>
              <a:gd name="connsiteX0" fmla="*/ 3021 w 3514117"/>
              <a:gd name="connsiteY0" fmla="*/ 685800 h 685800"/>
              <a:gd name="connsiteX1" fmla="*/ 0 w 3514117"/>
              <a:gd name="connsiteY1" fmla="*/ 0 h 685800"/>
              <a:gd name="connsiteX2" fmla="*/ 3514117 w 3514117"/>
              <a:gd name="connsiteY2" fmla="*/ 0 h 685800"/>
              <a:gd name="connsiteX3" fmla="*/ 3093584 w 3514117"/>
              <a:gd name="connsiteY3" fmla="*/ 673100 h 685800"/>
              <a:gd name="connsiteX4" fmla="*/ 3021 w 3514117"/>
              <a:gd name="connsiteY4" fmla="*/ 685800 h 685800"/>
              <a:gd name="connsiteX0" fmla="*/ 0 w 3516534"/>
              <a:gd name="connsiteY0" fmla="*/ 685800 h 685800"/>
              <a:gd name="connsiteX1" fmla="*/ 2417 w 3516534"/>
              <a:gd name="connsiteY1" fmla="*/ 0 h 685800"/>
              <a:gd name="connsiteX2" fmla="*/ 3516534 w 3516534"/>
              <a:gd name="connsiteY2" fmla="*/ 0 h 685800"/>
              <a:gd name="connsiteX3" fmla="*/ 3096001 w 3516534"/>
              <a:gd name="connsiteY3" fmla="*/ 673100 h 685800"/>
              <a:gd name="connsiteX4" fmla="*/ 0 w 3516534"/>
              <a:gd name="connsiteY4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6534" h="685800">
                <a:moveTo>
                  <a:pt x="0" y="685800"/>
                </a:moveTo>
                <a:cubicBezTo>
                  <a:pt x="806" y="457200"/>
                  <a:pt x="1611" y="228600"/>
                  <a:pt x="2417" y="0"/>
                </a:cubicBezTo>
                <a:lnTo>
                  <a:pt x="3516534" y="0"/>
                </a:lnTo>
                <a:lnTo>
                  <a:pt x="3096001" y="673100"/>
                </a:lnTo>
                <a:lnTo>
                  <a:pt x="0" y="685800"/>
                </a:lnTo>
                <a:close/>
              </a:path>
            </a:pathLst>
          </a:custGeom>
          <a:solidFill>
            <a:srgbClr val="E63946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589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08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2DBD6E-56C1-48FB-A4EF-F6D2F8EF3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6D8BF-BB95-2FA2-2EC5-54170E59E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CB31B-69CB-E494-342A-F5CFF638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098D8-8722-449A-9BC2-238D3D744FDB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63C5B-EED5-2714-A5D2-DF6810146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49791-EE8A-A65E-6B2D-BFD8F91A4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A6432-B0A7-41F0-9A43-6BCE50911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33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E084-5AD2-3119-7607-B7D322B2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06DCF28-9DBD-0E5D-21D5-6C7171F7E48F}"/>
              </a:ext>
            </a:extLst>
          </p:cNvPr>
          <p:cNvSpPr/>
          <p:nvPr/>
        </p:nvSpPr>
        <p:spPr>
          <a:xfrm>
            <a:off x="8970553" y="1651414"/>
            <a:ext cx="2812783" cy="3432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57200" dist="152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032ECE-61D9-097C-D961-527A6E69562B}"/>
              </a:ext>
            </a:extLst>
          </p:cNvPr>
          <p:cNvSpPr/>
          <p:nvPr/>
        </p:nvSpPr>
        <p:spPr>
          <a:xfrm>
            <a:off x="8884828" y="3825932"/>
            <a:ext cx="2984237" cy="369332"/>
          </a:xfrm>
          <a:prstGeom prst="rect">
            <a:avLst/>
          </a:prstGeom>
        </p:spPr>
        <p:txBody>
          <a:bodyPr wrap="square" lIns="121920" tIns="60960" rIns="121920" bIns="60960" anchor="t">
            <a:spAutoFit/>
          </a:bodyPr>
          <a:lstStyle/>
          <a:p>
            <a:pPr algn="ctr"/>
            <a:r>
              <a:rPr lang="en-IN" sz="1600" b="1" dirty="0" err="1"/>
              <a:t>xxxxxx</a:t>
            </a:r>
            <a:endParaRPr lang="en-IN" sz="16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77305B-0F17-9FFD-3970-992501E93ACA}"/>
              </a:ext>
            </a:extLst>
          </p:cNvPr>
          <p:cNvSpPr/>
          <p:nvPr/>
        </p:nvSpPr>
        <p:spPr>
          <a:xfrm>
            <a:off x="8884828" y="4132770"/>
            <a:ext cx="2984237" cy="307777"/>
          </a:xfrm>
          <a:prstGeom prst="rect">
            <a:avLst/>
          </a:prstGeom>
        </p:spPr>
        <p:txBody>
          <a:bodyPr wrap="square" lIns="121920" tIns="60960" rIns="121920" bIns="60960" anchor="t">
            <a:spAutoFit/>
          </a:bodyPr>
          <a:lstStyle/>
          <a:p>
            <a:pPr algn="ctr"/>
            <a:r>
              <a:rPr lang="en-US" sz="1200" dirty="0" err="1"/>
              <a:t>xxxx</a:t>
            </a:r>
            <a:endParaRPr lang="en-US" sz="1200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CDFCD1AE-E6A3-7709-5409-595852D7A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773" y="186020"/>
            <a:ext cx="10515600" cy="528281"/>
          </a:xfrm>
        </p:spPr>
        <p:txBody>
          <a:bodyPr anchor="ctr">
            <a:noAutofit/>
          </a:bodyPr>
          <a:lstStyle/>
          <a:p>
            <a:r>
              <a:rPr lang="en-US" sz="1600" b="1">
                <a:latin typeface="Arial Body"/>
              </a:rPr>
              <a:t>LINKEDIN ANALYSIS (1/2)  </a:t>
            </a:r>
            <a:endParaRPr lang="en-US" sz="1600">
              <a:latin typeface="Arial Body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FD0D42-EF41-AB44-D5B6-D427A6134C5D}"/>
              </a:ext>
            </a:extLst>
          </p:cNvPr>
          <p:cNvSpPr/>
          <p:nvPr/>
        </p:nvSpPr>
        <p:spPr>
          <a:xfrm>
            <a:off x="484272" y="1072567"/>
            <a:ext cx="8127999" cy="608156"/>
          </a:xfrm>
          <a:prstGeom prst="rect">
            <a:avLst/>
          </a:prstGeom>
          <a:solidFill>
            <a:srgbClr val="26556A"/>
          </a:solidFill>
          <a:ln>
            <a:solidFill>
              <a:srgbClr val="2655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1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29158F-A9E1-B641-84E7-E606E91A971E}"/>
              </a:ext>
            </a:extLst>
          </p:cNvPr>
          <p:cNvGrpSpPr/>
          <p:nvPr/>
        </p:nvGrpSpPr>
        <p:grpSpPr>
          <a:xfrm>
            <a:off x="1209823" y="1115936"/>
            <a:ext cx="2239604" cy="470115"/>
            <a:chOff x="2063913" y="1401686"/>
            <a:chExt cx="1136487" cy="47011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95689ED-83A1-072D-72FD-7CCDB868368D}"/>
                </a:ext>
              </a:extLst>
            </p:cNvPr>
            <p:cNvSpPr/>
            <p:nvPr/>
          </p:nvSpPr>
          <p:spPr>
            <a:xfrm>
              <a:off x="2063913" y="1401686"/>
              <a:ext cx="1136487" cy="2585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b="1">
                  <a:solidFill>
                    <a:schemeClr val="bg1"/>
                  </a:solidFill>
                  <a:latin typeface="+mn-lt"/>
                </a:rPr>
                <a:t>LINKEDIN ID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B08B56-2073-54F8-0F51-71E634F3D54A}"/>
                </a:ext>
              </a:extLst>
            </p:cNvPr>
            <p:cNvSpPr/>
            <p:nvPr/>
          </p:nvSpPr>
          <p:spPr>
            <a:xfrm>
              <a:off x="2063913" y="1612243"/>
              <a:ext cx="1136486" cy="2595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b="1" dirty="0" err="1">
                  <a:solidFill>
                    <a:schemeClr val="bg1"/>
                  </a:solidFill>
                </a:rPr>
                <a:t>xxxx</a:t>
              </a:r>
              <a:r>
                <a:rPr lang="en-US" sz="1200" b="1" dirty="0">
                  <a:solidFill>
                    <a:schemeClr val="bg1"/>
                  </a:solidFill>
                </a:rPr>
                <a:t>/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68FCC8-50E2-D908-160A-3D9A57B9ADE0}"/>
              </a:ext>
            </a:extLst>
          </p:cNvPr>
          <p:cNvGrpSpPr/>
          <p:nvPr/>
        </p:nvGrpSpPr>
        <p:grpSpPr>
          <a:xfrm>
            <a:off x="3535155" y="1115936"/>
            <a:ext cx="2239604" cy="635289"/>
            <a:chOff x="3520214" y="1401686"/>
            <a:chExt cx="1167901" cy="63528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7D96040-AC5D-CC56-0E20-3ACDB75A1210}"/>
                </a:ext>
              </a:extLst>
            </p:cNvPr>
            <p:cNvSpPr/>
            <p:nvPr/>
          </p:nvSpPr>
          <p:spPr>
            <a:xfrm>
              <a:off x="3520214" y="1401686"/>
              <a:ext cx="1167901" cy="2585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b="1">
                  <a:solidFill>
                    <a:schemeClr val="bg1"/>
                  </a:solidFill>
                  <a:latin typeface="+mn-lt"/>
                </a:rPr>
                <a:t>CONNECTIONS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5CC93B-A1B0-80F7-9D16-649E06836ADA}"/>
                </a:ext>
              </a:extLst>
            </p:cNvPr>
            <p:cNvSpPr/>
            <p:nvPr/>
          </p:nvSpPr>
          <p:spPr>
            <a:xfrm>
              <a:off x="3520214" y="1612243"/>
              <a:ext cx="985187" cy="4247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b="1">
                  <a:solidFill>
                    <a:schemeClr val="bg1"/>
                  </a:solidFill>
                </a:rPr>
                <a:t>500+
 connections</a:t>
              </a:r>
            </a:p>
          </p:txBody>
        </p:sp>
      </p:grp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8F212C2-F345-76CA-4213-FB2383D31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168492"/>
              </p:ext>
            </p:extLst>
          </p:nvPr>
        </p:nvGraphicFramePr>
        <p:xfrm>
          <a:off x="484272" y="1821133"/>
          <a:ext cx="8128000" cy="44568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1968">
                  <a:extLst>
                    <a:ext uri="{9D8B030D-6E8A-4147-A177-3AD203B41FA5}">
                      <a16:colId xmlns:a16="http://schemas.microsoft.com/office/drawing/2014/main" val="2828862206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1874030163"/>
                    </a:ext>
                  </a:extLst>
                </a:gridCol>
                <a:gridCol w="2339024">
                  <a:extLst>
                    <a:ext uri="{9D8B030D-6E8A-4147-A177-3AD203B41FA5}">
                      <a16:colId xmlns:a16="http://schemas.microsoft.com/office/drawing/2014/main" val="743551286"/>
                    </a:ext>
                  </a:extLst>
                </a:gridCol>
                <a:gridCol w="3408128">
                  <a:extLst>
                    <a:ext uri="{9D8B030D-6E8A-4147-A177-3AD203B41FA5}">
                      <a16:colId xmlns:a16="http://schemas.microsoft.com/office/drawing/2014/main" val="2817935273"/>
                    </a:ext>
                  </a:extLst>
                </a:gridCol>
              </a:tblGrid>
              <a:tr h="26983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Post Type</a:t>
                      </a:r>
                    </a:p>
                  </a:txBody>
                  <a:tcPr anchor="ctr">
                    <a:solidFill>
                      <a:srgbClr val="26556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Timeline</a:t>
                      </a:r>
                    </a:p>
                  </a:txBody>
                  <a:tcPr>
                    <a:solidFill>
                      <a:srgbClr val="26556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Key Highlight</a:t>
                      </a:r>
                    </a:p>
                  </a:txBody>
                  <a:tcPr>
                    <a:solidFill>
                      <a:srgbClr val="26556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Details</a:t>
                      </a:r>
                    </a:p>
                  </a:txBody>
                  <a:tcPr>
                    <a:solidFill>
                      <a:srgbClr val="2655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578355"/>
                  </a:ext>
                </a:extLst>
              </a:tr>
              <a:tr h="15408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latin typeface="Arial Body"/>
                        </a:rPr>
                        <a:t>xxxxxxx</a:t>
                      </a:r>
                      <a:endParaRPr lang="en-US" sz="1200" b="1" dirty="0">
                        <a:latin typeface="Arial 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Arial Body"/>
                        </a:rPr>
                        <a:t>xxxxxxx</a:t>
                      </a:r>
                      <a:endParaRPr lang="en-US" sz="1200" dirty="0">
                        <a:latin typeface="Arial 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dirty="0" err="1">
                          <a:solidFill>
                            <a:schemeClr val="dk1"/>
                          </a:solidFill>
                          <a:latin typeface="Arial Body"/>
                          <a:ea typeface="+mn-ea"/>
                          <a:cs typeface="+mn-cs"/>
                        </a:rPr>
                        <a:t>xxxxxx</a:t>
                      </a:r>
                      <a:endParaRPr lang="en-IN" sz="1200" b="0" kern="1200" dirty="0">
                        <a:solidFill>
                          <a:schemeClr val="dk1"/>
                        </a:solidFill>
                        <a:latin typeface="Arial Body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 err="1">
                          <a:effectLst/>
                          <a:latin typeface="Arial Body"/>
                        </a:rPr>
                        <a:t>xxxxxxx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Arial Body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9831572"/>
                  </a:ext>
                </a:extLst>
              </a:tr>
              <a:tr h="14723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latin typeface="Arial Body"/>
                        </a:rPr>
                        <a:t>xxxxxxxxx</a:t>
                      </a:r>
                      <a:endParaRPr lang="en-US" sz="1200" b="1" dirty="0">
                        <a:latin typeface="Arial 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Body"/>
                        </a:rPr>
                        <a:t>xxx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 err="1">
                          <a:solidFill>
                            <a:schemeClr val="dk1"/>
                          </a:solidFill>
                          <a:latin typeface="Arial Body"/>
                          <a:ea typeface="+mn-ea"/>
                          <a:cs typeface="+mn-cs"/>
                        </a:rPr>
                        <a:t>xxxxxxx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Arial Body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dirty="0" err="1">
                          <a:solidFill>
                            <a:schemeClr val="dk1"/>
                          </a:solidFill>
                          <a:latin typeface="Arial Body"/>
                          <a:ea typeface="+mn-ea"/>
                          <a:cs typeface="+mn-cs"/>
                        </a:rPr>
                        <a:t>xxxxxxxxx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Arial Body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870364"/>
                  </a:ext>
                </a:extLst>
              </a:tr>
              <a:tr h="11692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latin typeface="Arial Body"/>
                        </a:rPr>
                        <a:t>xxxxxxxx</a:t>
                      </a:r>
                      <a:endParaRPr lang="en-US" sz="1200" b="1" dirty="0">
                        <a:latin typeface="Arial 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Arial Body"/>
                        </a:rPr>
                        <a:t>xxxxxxxx</a:t>
                      </a:r>
                      <a:endParaRPr lang="en-US" sz="1200" dirty="0">
                        <a:latin typeface="Arial 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 err="1">
                          <a:solidFill>
                            <a:schemeClr val="dk1"/>
                          </a:solidFill>
                          <a:latin typeface="Arial Body"/>
                          <a:ea typeface="+mn-ea"/>
                          <a:cs typeface="+mn-cs"/>
                        </a:rPr>
                        <a:t>xxxxxx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Arial Body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dirty="0" err="1">
                          <a:solidFill>
                            <a:schemeClr val="dk1"/>
                          </a:solidFill>
                          <a:latin typeface="Arial Body"/>
                          <a:ea typeface="+mn-ea"/>
                          <a:cs typeface="+mn-cs"/>
                        </a:rPr>
                        <a:t>xxxxxxxxx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Arial Body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53487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F9F23D-4F20-5780-E80B-8A28B852F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45184" y="2015732"/>
            <a:ext cx="1861816" cy="186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054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138</Words>
  <Application>Microsoft Office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Arial Body</vt:lpstr>
      <vt:lpstr>Calibri</vt:lpstr>
      <vt:lpstr>Fujitsu Sans</vt:lpstr>
      <vt:lpstr>Office Theme</vt:lpstr>
      <vt:lpstr>LINKEDIN ANALYSIS (1/2)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Kritika  Agarwal</dc:creator>
  <cp:lastModifiedBy>Rohit  Yadav</cp:lastModifiedBy>
  <cp:revision>1</cp:revision>
  <dcterms:created xsi:type="dcterms:W3CDTF">2026-07-03T07:33:34Z</dcterms:created>
  <dcterms:modified xsi:type="dcterms:W3CDTF">2026-08-14T09:18:45Z</dcterms:modified>
</cp:coreProperties>
</file>